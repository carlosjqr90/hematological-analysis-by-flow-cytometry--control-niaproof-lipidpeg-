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4" r:id="rId3"/>
    <p:sldId id="261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BEBD89-8F7D-41DB-B460-D45AB1A29A1F}" v="10" dt="2026-10-12T04:57:17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5E0A7B-8A41-A65D-FDCC-B5BDF3FD1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1503FC9-96C1-D00E-E5D7-55AA798642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D98078E-465B-E9B5-9C0E-90995FDBF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A0531-7292-4E74-A7D6-87BC004B3C57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CFA210-7496-957F-9DC5-16E948125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27FF8E-972B-FA9B-F456-86D9403B5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39A-10BA-4198-98FA-31EC936085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8925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66BA73-1A92-DFDA-D6BE-24FA2C8D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F3F5CD-6633-578B-53D2-8157D6F3E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F9940A-72DB-2B47-0C4C-B05A88847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A0531-7292-4E74-A7D6-87BC004B3C57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ED1015-EF9E-D1A7-A290-5F6F2407E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D65C4D-6F2A-E42E-3FD2-4261F7CEE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39A-10BA-4198-98FA-31EC936085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9940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A8EE13-0E97-6F4E-892A-CA2B4AA76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8A80CE3-E97D-37F5-4E84-9C7E5926D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26E3705-3A54-A061-2595-C500E8AE2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A0531-7292-4E74-A7D6-87BC004B3C57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69F988-02A5-67A8-1C65-066146B60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D89181-9EEB-19D1-A399-8EDE1DF69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39A-10BA-4198-98FA-31EC936085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8871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64A7A7-82F2-F8F5-F1AC-71AFE5710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283CA0-A6CD-93FD-5265-FE0EF20CA8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408B60C-7CBC-7DED-AAF9-95437ABB4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9D0D022-BFAD-4561-2F65-0F95D22FA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A0531-7292-4E74-A7D6-87BC004B3C57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7BE9E8C-DEB2-BD5E-2AFB-F7ADF1317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2E0DE9-5C0C-9DCE-C9BF-312C49E3B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39A-10BA-4198-98FA-31EC936085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2239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73C683-65B9-BF57-465B-9BBEE2796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CAAF810-CB80-78D8-3C9A-D7B3880EF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68B5CB4-4190-3721-72C5-DEC618EF4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21152BB-B44E-C0BA-2A3B-8A72C2207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D49F9BB-1FFA-EA31-254D-688A9C1550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E4FEC81-3A7E-A4A4-FBFA-460FA70E5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A0531-7292-4E74-A7D6-87BC004B3C57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3AEB031-9F84-995F-C5E8-1BDF48324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EF42EF3-6DA5-AE42-39FD-92B18E08D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39A-10BA-4198-98FA-31EC936085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8719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DD4FA6-ED95-808A-C631-955B461FC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6512AA2-B533-761C-054F-3BBE8AADA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A0531-7292-4E74-A7D6-87BC004B3C57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39E8C02-EAB3-52E6-3916-15597754D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1ABE068-E4D9-36E8-D158-2322C3FFC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39A-10BA-4198-98FA-31EC936085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7595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5E6EAF0-6EC5-F7CC-E9F4-F521E246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A0531-7292-4E74-A7D6-87BC004B3C57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5D3D69C-0CD3-B58B-4F78-3FC71337C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996858-D860-8462-7E75-744C3971C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39A-10BA-4198-98FA-31EC936085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2726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E0B88D-3017-6349-7627-27624E1D5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E58A52-611A-B918-6DE2-6C3654A74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4FFC3B4-1773-35C0-3B4F-3F357D472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BC45A83-AB1A-24E7-CAC0-BEBD16625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A0531-7292-4E74-A7D6-87BC004B3C57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E257F08-ED1E-97D0-ABBB-0B7F2751F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1B8072C-879D-7D0E-6342-04BD1DFB4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39A-10BA-4198-98FA-31EC936085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6711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39DF22-A179-50C0-D922-D4CBF1216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C16B891-6F87-EA2E-C509-8C7693A3A98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48D8E91-9C23-DFF5-BEFA-9F4712F2D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F335266-A782-559F-104A-402B44A58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A0531-7292-4E74-A7D6-87BC004B3C57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FCA8928-365E-3A96-E184-07D9FFFC5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CD7273-891E-EB63-6783-D3A97BC48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39A-10BA-4198-98FA-31EC936085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6136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29B7E4-172F-B5C2-3E18-EBBC926B6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A56DBE1-761D-0F0A-7965-E9CA1BE85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D3FF34-8570-1A5A-88BF-0CBA2ECC7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A0531-7292-4E74-A7D6-87BC004B3C57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DABE1F-5965-09AD-C261-4CDDF5385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792ADF-D643-9440-5BB4-E10F39D59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39A-10BA-4198-98FA-31EC936085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1514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2033F3C-A626-7BD5-52CC-1FBA8A13B6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BDFECF7-4D6E-E59A-50DE-335C252EE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FCEAD9-923D-E679-C3BC-6C3947294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A0531-7292-4E74-A7D6-87BC004B3C57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058BE8E-ED95-28E7-7FB6-22106C099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956833-87D8-19A8-9A8A-A0412BF76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E39A-10BA-4198-98FA-31EC936085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391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17DEE57-DA84-04A1-88D5-D40123C35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B82CF67-906A-9DB3-1E59-47258448C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402D3F-645C-1B0C-A3D1-31C3115CFD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5A0531-7292-4E74-A7D6-87BC004B3C57}" type="datetimeFigureOut">
              <a:rPr lang="zh-TW" altLang="en-US" smtClean="0"/>
              <a:t>2026/10/13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DFE618-3340-CA79-0308-10B4439C99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979670-0B5F-D00B-C3BF-C34BE4C2F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9DE39A-10BA-4198-98FA-31EC9360856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7612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0B8025F-5C1A-4DF3-9990-218393174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820" y="3536576"/>
            <a:ext cx="2743200" cy="274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2411E2-4574-45D8-A18D-E1F64DD34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636" y="3536576"/>
            <a:ext cx="2743200" cy="274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93801F-5A87-4481-A16D-99CFA7B93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3004" y="605114"/>
            <a:ext cx="2743200" cy="2743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78B1D3-B0A1-4048-A2A0-F39843085D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9820" y="605114"/>
            <a:ext cx="2743200" cy="274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6D0192-3CBD-4E8C-8080-8C4C314B5B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6636" y="591669"/>
            <a:ext cx="2743200" cy="27432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3B182E2-613A-4ADE-A61C-D87CCF3397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942" y="578224"/>
            <a:ext cx="2743200" cy="2743200"/>
          </a:xfrm>
          <a:prstGeom prst="rect">
            <a:avLst/>
          </a:prstGeom>
        </p:spPr>
      </p:pic>
      <p:sp>
        <p:nvSpPr>
          <p:cNvPr id="8" name="文字方塊 20">
            <a:extLst>
              <a:ext uri="{FF2B5EF4-FFF2-40B4-BE49-F238E27FC236}">
                <a16:creationId xmlns:a16="http://schemas.microsoft.com/office/drawing/2014/main" id="{FE2F5F22-7463-4B0C-A78D-4805FF763673}"/>
              </a:ext>
            </a:extLst>
          </p:cNvPr>
          <p:cNvSpPr txBox="1"/>
          <p:nvPr/>
        </p:nvSpPr>
        <p:spPr>
          <a:xfrm>
            <a:off x="0" y="0"/>
            <a:ext cx="877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Control</a:t>
            </a:r>
            <a:endParaRPr lang="zh-TW" altLang="en-US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65BCB0F-913E-43CC-AD92-83AF0CC711D5}"/>
              </a:ext>
            </a:extLst>
          </p:cNvPr>
          <p:cNvSpPr/>
          <p:nvPr/>
        </p:nvSpPr>
        <p:spPr>
          <a:xfrm>
            <a:off x="2626659" y="2142564"/>
            <a:ext cx="1344706" cy="367553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E391C93-9D77-4D3F-B006-E996EAA581CA}"/>
              </a:ext>
            </a:extLst>
          </p:cNvPr>
          <p:cNvSpPr/>
          <p:nvPr/>
        </p:nvSpPr>
        <p:spPr>
          <a:xfrm>
            <a:off x="5217458" y="2142564"/>
            <a:ext cx="1344706" cy="367553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A09AB26-AB09-45E5-AF46-5F96DA4F922D}"/>
              </a:ext>
            </a:extLst>
          </p:cNvPr>
          <p:cNvSpPr/>
          <p:nvPr/>
        </p:nvSpPr>
        <p:spPr>
          <a:xfrm>
            <a:off x="7960658" y="2142563"/>
            <a:ext cx="1344706" cy="367553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9746CF0-79B6-4707-8CF7-FCBFB4AB51C1}"/>
              </a:ext>
            </a:extLst>
          </p:cNvPr>
          <p:cNvSpPr/>
          <p:nvPr/>
        </p:nvSpPr>
        <p:spPr>
          <a:xfrm rot="5400000">
            <a:off x="6741457" y="3307977"/>
            <a:ext cx="1344706" cy="367553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D729E3E-55E7-41ED-906E-FA45A07406F0}"/>
              </a:ext>
            </a:extLst>
          </p:cNvPr>
          <p:cNvSpPr/>
          <p:nvPr/>
        </p:nvSpPr>
        <p:spPr>
          <a:xfrm rot="5400000">
            <a:off x="3904126" y="3307977"/>
            <a:ext cx="1344706" cy="367553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644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8C68DE-7F96-4FE0-BAC1-E7FACD3EB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11" y="578224"/>
            <a:ext cx="2743200" cy="274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47EFB4-295B-4D96-99E5-0C3D817CA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611" y="578224"/>
            <a:ext cx="2743200" cy="2743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372CD2-9812-46C8-BF45-3CFAC1E2A3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811" y="578224"/>
            <a:ext cx="2743200" cy="274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3D39BE-AD8A-4766-B9B8-7C28BDE302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3011" y="578224"/>
            <a:ext cx="2743200" cy="274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C787A9-706E-45E3-880C-3E311697BA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9811" y="3491753"/>
            <a:ext cx="2743200" cy="274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E70425-1717-41B2-A4C2-127740F045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6611" y="3491753"/>
            <a:ext cx="2743200" cy="2743200"/>
          </a:xfrm>
          <a:prstGeom prst="rect">
            <a:avLst/>
          </a:prstGeom>
        </p:spPr>
      </p:pic>
      <p:sp>
        <p:nvSpPr>
          <p:cNvPr id="8" name="文字方塊 20">
            <a:extLst>
              <a:ext uri="{FF2B5EF4-FFF2-40B4-BE49-F238E27FC236}">
                <a16:creationId xmlns:a16="http://schemas.microsoft.com/office/drawing/2014/main" id="{FE2F5F22-7463-4B0C-A78D-4805FF763673}"/>
              </a:ext>
            </a:extLst>
          </p:cNvPr>
          <p:cNvSpPr txBox="1"/>
          <p:nvPr/>
        </p:nvSpPr>
        <p:spPr>
          <a:xfrm>
            <a:off x="0" y="0"/>
            <a:ext cx="1091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LipidPEG</a:t>
            </a:r>
            <a:endParaRPr lang="zh-TW" altLang="en-US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65BCB0F-913E-43CC-AD92-83AF0CC711D5}"/>
              </a:ext>
            </a:extLst>
          </p:cNvPr>
          <p:cNvSpPr/>
          <p:nvPr/>
        </p:nvSpPr>
        <p:spPr>
          <a:xfrm>
            <a:off x="2626659" y="2142564"/>
            <a:ext cx="1344706" cy="367553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E391C93-9D77-4D3F-B006-E996EAA581CA}"/>
              </a:ext>
            </a:extLst>
          </p:cNvPr>
          <p:cNvSpPr/>
          <p:nvPr/>
        </p:nvSpPr>
        <p:spPr>
          <a:xfrm>
            <a:off x="5217458" y="2142564"/>
            <a:ext cx="1344706" cy="367553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A09AB26-AB09-45E5-AF46-5F96DA4F922D}"/>
              </a:ext>
            </a:extLst>
          </p:cNvPr>
          <p:cNvSpPr/>
          <p:nvPr/>
        </p:nvSpPr>
        <p:spPr>
          <a:xfrm>
            <a:off x="7960658" y="2142563"/>
            <a:ext cx="1344706" cy="367553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9746CF0-79B6-4707-8CF7-FCBFB4AB51C1}"/>
              </a:ext>
            </a:extLst>
          </p:cNvPr>
          <p:cNvSpPr/>
          <p:nvPr/>
        </p:nvSpPr>
        <p:spPr>
          <a:xfrm rot="5400000">
            <a:off x="6741457" y="3307977"/>
            <a:ext cx="1344706" cy="367553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D729E3E-55E7-41ED-906E-FA45A07406F0}"/>
              </a:ext>
            </a:extLst>
          </p:cNvPr>
          <p:cNvSpPr/>
          <p:nvPr/>
        </p:nvSpPr>
        <p:spPr>
          <a:xfrm rot="5400000">
            <a:off x="3904126" y="3307977"/>
            <a:ext cx="1344706" cy="367553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425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4A247C6-EB07-44A5-9FF7-67005BEFF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036" y="3536580"/>
            <a:ext cx="2743200" cy="2743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B18BD6C-714E-448A-A1CA-9C2C599FD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302" y="3536580"/>
            <a:ext cx="2743200" cy="2743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5C974A4-F6A0-4390-BD28-5264AE3DD2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3011" y="578224"/>
            <a:ext cx="2743200" cy="274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E18AAD8-B3ED-44DE-9338-067967BF2A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4302" y="578224"/>
            <a:ext cx="2743200" cy="2743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E7521A1-DE8E-44C0-8E11-72CBE98CE6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9036" y="578224"/>
            <a:ext cx="2743200" cy="2743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73FFC4F-FF6E-4A4B-8138-B77CF7FF8D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836" y="578224"/>
            <a:ext cx="2743200" cy="2743200"/>
          </a:xfrm>
          <a:prstGeom prst="rect">
            <a:avLst/>
          </a:prstGeom>
        </p:spPr>
      </p:pic>
      <p:sp>
        <p:nvSpPr>
          <p:cNvPr id="8" name="文字方塊 20">
            <a:extLst>
              <a:ext uri="{FF2B5EF4-FFF2-40B4-BE49-F238E27FC236}">
                <a16:creationId xmlns:a16="http://schemas.microsoft.com/office/drawing/2014/main" id="{FE2F5F22-7463-4B0C-A78D-4805FF763673}"/>
              </a:ext>
            </a:extLst>
          </p:cNvPr>
          <p:cNvSpPr txBox="1"/>
          <p:nvPr/>
        </p:nvSpPr>
        <p:spPr>
          <a:xfrm>
            <a:off x="0" y="0"/>
            <a:ext cx="10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Niaproof</a:t>
            </a:r>
            <a:endParaRPr lang="zh-TW" altLang="en-US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65BCB0F-913E-43CC-AD92-83AF0CC711D5}"/>
              </a:ext>
            </a:extLst>
          </p:cNvPr>
          <p:cNvSpPr/>
          <p:nvPr/>
        </p:nvSpPr>
        <p:spPr>
          <a:xfrm>
            <a:off x="2626659" y="2142564"/>
            <a:ext cx="1344706" cy="367553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E391C93-9D77-4D3F-B006-E996EAA581CA}"/>
              </a:ext>
            </a:extLst>
          </p:cNvPr>
          <p:cNvSpPr/>
          <p:nvPr/>
        </p:nvSpPr>
        <p:spPr>
          <a:xfrm>
            <a:off x="5217458" y="2142564"/>
            <a:ext cx="1344706" cy="367553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A09AB26-AB09-45E5-AF46-5F96DA4F922D}"/>
              </a:ext>
            </a:extLst>
          </p:cNvPr>
          <p:cNvSpPr/>
          <p:nvPr/>
        </p:nvSpPr>
        <p:spPr>
          <a:xfrm>
            <a:off x="7960658" y="2142563"/>
            <a:ext cx="1344706" cy="367553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9746CF0-79B6-4707-8CF7-FCBFB4AB51C1}"/>
              </a:ext>
            </a:extLst>
          </p:cNvPr>
          <p:cNvSpPr/>
          <p:nvPr/>
        </p:nvSpPr>
        <p:spPr>
          <a:xfrm rot="5400000">
            <a:off x="6741457" y="3307977"/>
            <a:ext cx="1344706" cy="367553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D729E3E-55E7-41ED-906E-FA45A07406F0}"/>
              </a:ext>
            </a:extLst>
          </p:cNvPr>
          <p:cNvSpPr/>
          <p:nvPr/>
        </p:nvSpPr>
        <p:spPr>
          <a:xfrm rot="5400000">
            <a:off x="3904126" y="3307977"/>
            <a:ext cx="1344706" cy="367553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948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3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新細明體</vt:lpstr>
      <vt:lpstr>Arial</vt:lpstr>
      <vt:lpstr>Office 佈景主題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Peter Hsiang</dc:creator>
  <cp:lastModifiedBy>Carlos Quiroz</cp:lastModifiedBy>
  <cp:revision>9</cp:revision>
  <dcterms:created xsi:type="dcterms:W3CDTF">2026-10-12T04:44:22Z</dcterms:created>
  <dcterms:modified xsi:type="dcterms:W3CDTF">2026-10-12T17:07:34Z</dcterms:modified>
</cp:coreProperties>
</file>